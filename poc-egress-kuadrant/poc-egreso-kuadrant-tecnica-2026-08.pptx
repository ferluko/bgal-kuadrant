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PoC cerrada el 2026-08-05 en paas-arqlab. Lo que sigue es el diseño, lo que se probó y los hallazgos que cambian decisiones ya tomadas.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delta de latencia es sobre tráfico interno. Con el destino real hay que sumar RTT inter-cluster y handshake TLS.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· PAAS-ARQLAB · AGOSTO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Egreso seguro entre clusters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Kuadrant / RHCL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4069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 servicio a otro cluster sin tocar a quien lo consume,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salto autenticado y la migración reversible.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49840" y="5029200"/>
            <a:ext cx="1463040" cy="146304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577840"/>
            <a:ext cx="914400" cy="91440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120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chequeos automatizados · todos en verde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consume server2 por su nombre de Service. Queremos mover server2 a EKS.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180136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tocar el código ni la URL del consumidor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08760" y="213055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host, misma IP, mismo puerto, mismo protocolo. La app no se entera de la migración.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566928" cy="5669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3035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el salto entre clusters autenticado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08760" y="33649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IdP y sin dependencia de red permanente entre los dos lados: clave preacordada, asimétrica.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42702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Migración progresiva y reversible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08760" y="459943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big-bang con ventana. Rollback en segundos, en cualquier punto del camino.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2F6F9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56235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restricción que ordena todo el diseño: el consumidor no se modifica. Todo lo demás se acomoda a eso.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idea: tres piezas, ninguna nueva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Interceptar</a:t>
            </a:r>
            <a:endParaRPr lang="en-US" sz="21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selector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Service server2 se le cambia el selector: sus endpoints pasan a ser los pods de un gateway de egreso.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ClusterIP, mismo nombre. No se recrea nada.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05740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1772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Firmar</a:t>
            </a:r>
            <a:endParaRPr lang="en-US" sz="21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 salida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17720" y="36118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gateway emite un JWT de 300 s firmado con una clave que vive sólo en el origen, y lo inyecta en un header.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destino sólo va la clave pública.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78308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205740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Repartir</a:t>
            </a:r>
            <a:endParaRPr lang="en-US" sz="21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peso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321040" y="36118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Service ya interceptado, el reparto local/remoto se controla desde el HTTPRoute.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Service no se vuelve a tocar.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rollback del cutover es el mismo patch al revés: aproximadamente un segundo, sin arranque en frío.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camino de un request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sigue llamando al mismo nombre de Service.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5A6B7B"/>
          </a:solidFill>
          <a:ln w="12700">
            <a:solidFill>
              <a:srgbClr val="5A6B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103120"/>
            <a:ext cx="1225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57400" y="2450592"/>
            <a:ext cx="457200" cy="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60320" y="210312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33472" y="210312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60520" y="2450592"/>
            <a:ext cx="457200" cy="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210312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103120"/>
            <a:ext cx="1225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2450592"/>
            <a:ext cx="457200" cy="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196596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56832" y="196596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server2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cambiado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3800" y="2971800"/>
            <a:ext cx="0" cy="50292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09360" y="352044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3520440"/>
            <a:ext cx="2322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de egreso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el JWT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4389120"/>
            <a:ext cx="-1463040" cy="68580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458200" y="4434840"/>
            <a:ext cx="731520" cy="621792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206240" y="5074920"/>
            <a:ext cx="2011680" cy="731520"/>
          </a:xfrm>
          <a:prstGeom prst="roundRect">
            <a:avLst>
              <a:gd name="adj" fmla="val 12500"/>
            </a:avLst>
          </a:prstGeom>
          <a:solidFill>
            <a:srgbClr val="5A6B7B"/>
          </a:solidFill>
          <a:ln w="12700">
            <a:solidFill>
              <a:srgbClr val="5A6B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79392" y="5074920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server2 local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235440" y="507492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8592" y="507492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destino: valida firma y claims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20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49440" y="4773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peso, con TLS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Host interno viaja sin reescribir; el SNI hacia el destino lo fija el DestinationRule.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quedó demostrado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Batería run-escenarios.sh, última corrida del 2026-08-05.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29000" y="169164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 es el que la PoC asume, incluido el assert anti-loop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698480" y="169164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5059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45059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4505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local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29000" y="245059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atraviesa el Envoy, el Host no se reescribe, el token se emite con sus 5 claims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698480" y="245059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95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20954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20954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29000" y="320954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la firma contra el JWKS pineado; rechaza sin token, con firma alterada y con basura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698480" y="3209544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96849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396849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684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29000" y="396849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marcado va al destino y el destino lo autoriza; el resto ni se entera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698480" y="396849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727448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47274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72744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29000" y="472744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75/25 sobre un backendRef kind: Hostname → 71/29 medido, cero errores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698480" y="4727448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chequeos. El único que falló resultó ser un defecto del propio test — ver hallazgo H13.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números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del salto interno, medida desde el bastión.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A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10,4 ms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intercepción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8056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48056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Envoy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egreso en el medio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ms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32104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Authorino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firmando cada request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3434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ClusterIP nunca cambió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47548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172.30.169.54 antes y después del cutover. Los pods de server2 nunca se detuvieron: la migración no tiene ventana.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41148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43434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señal que no miente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47548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IP de origen que ve el backend pasa de la del pod consumidor a la del gateway. Es la prueba directa de que la intercepción tomó efecto, sin instrumentar nada.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H9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Authorino no valida su propio wristband</a:t>
            </a:r>
            <a:endParaRPr lang="en-US" sz="31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la configuración obvia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2E3872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697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verificador acepta sólo RS256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6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diseño original en EC, el destino rechaza el 100 % de los tokens.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25146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2E3872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697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firmador lee la clave sólo en PKCS#1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31089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6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 el formato que openssl no emite por default desde la versión 3.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3434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3434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única combinación que cierra el lazo firma y validación es RSA 2048 en PKCS#1.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igual al destino real: EKS validando con Kuadrant habría fallado exactamente así, y el síntoma habría aparecido recién con los dos clusters montados y la red abierta. La Opción B del ADR es viable, pero no como está documentada hoy.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hallazgos más que cambian decisiones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205740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91640" y="19659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egreso es un punto único de falla del camino de la app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916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clave que Authorino no puede parsear deja su configuración sin reconciliar, la autorización externa falla cerrado y el consumidor deja de responder — aunque el destino no tenga nada que ver. Por eso el cutover va en dos pasos: primero el selector, después la política.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0120" y="4023360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39319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x-request-id no sirve para correlacionar entre clusters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91640" y="43891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gateway de egreso lo regenera. Un log del origen y uno del destino no se van a poder unir por ese id. Se resuelve con traceparent o con un EnvoyFilter — y conviene decidirlo antes de que existan dos clusters.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486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problemas daban verde en algún lado. Ningún objeto en rojo, ningún error visible.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 se probó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significa que la mecánica funciona. No significa nada de esto.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299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real hacia el destino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4871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camino a la VPC: el DNS resuelve y no hay proxy, pero el puerto 443 da timeout desde el pod y desde el bastión. Es un pedido a redes.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299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RTT y skew de reloj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4871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token nace y muere bajo el mismo reloj. El modo de falla del vencimiento entre clusters queda intacto.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0873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45445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prueba de carga. El gateway pasa a estar en el camino crítico de la aplicación.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0873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 con pool de conexiones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45445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de prueba abre una conexión por request, así que el cutover se ve instantáneo. Un cliente real con pool persistente va a tener una cola que esto no muestra.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destino se validó con un stand-in local que conserva el FQDN real y sólo le fija los endpoints.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falta para producción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orden de peso.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7830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Identidad real del llamador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16712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gateway autentica como anónimo y el control es la NetworkPolicy. Lo correcto es mTLS de la malla, con el principal en el token y el destino autorizando por él.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502920" cy="50292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89864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 de la clave de firma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28269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Kuadrant obliga a que viva en un namespace de plataforma, no del equipo de la app. Limitación abierta: sin resolverla, el patrón no es multi-tenant.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502920" cy="50292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59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4014216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hacia el destino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398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Bloqueante para cualquier prueba real. Habilitar el puerto 443 desde la subred de workers, o fijar una IP de egreso.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175504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75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512978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Rotación de clave y observabilidad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55138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identificador de audiencia por destino, rotación sin ventana, y métricas por backend — que además son el criterio para avanzar de fase.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sigue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4069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Pedido a redes para abrir el camino a la VPC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Enmendar el ADR con el hallazgo de algoritmos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Definir la correlación de trazas antes de tener dos clusters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Resolver la identidad del llamador y la clave multi-tenant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49840" y="5029200"/>
            <a:ext cx="1463040" cy="146304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577840"/>
            <a:ext cx="914400" cy="91440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Detalle: README.md · RESUMEN.md · HALLAZGOS.md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egreso Kuadrant — técnica</dc:title>
  <dc:subject>PptxGenJS Presentation</dc:subject>
  <dc:creator>Plataforma</dc:creator>
  <cp:lastModifiedBy>Plataforma</cp:lastModifiedBy>
  <cp:revision>1</cp:revision>
  <dcterms:created xsi:type="dcterms:W3CDTF">2026-08-05T02:31:56Z</dcterms:created>
  <dcterms:modified xsi:type="dcterms:W3CDTF">2026-08-05T02:31:56Z</dcterms:modified>
</cp:coreProperties>
</file>