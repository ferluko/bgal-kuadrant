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PoC cerrada el 2026-08-05 en paas-arqlab. Lo que sigue es el diseño, lo que se probó y los hallazgos que cambian decisiones ya tomadas.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delta de latencia es sobre tráfico interno. Con el destino real hay que sumar RTT inter-cluster y handshake TLS.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9202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 · PAAS-ARQLAB · AGOSTO 2026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2331720"/>
            <a:ext cx="10424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Egreso seguro entre clusters</a:t>
            </a:r>
            <a:endParaRPr lang="en-US" sz="42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 Kuadrant / RHCL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640080" y="406908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BFD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Mover un servicio a otro cluster sin tocar a quien lo consume,</a:t>
            </a: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BFD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el salto autenticado y la migración reversible.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0149840" y="5029200"/>
            <a:ext cx="1463040" cy="1463040"/>
          </a:xfrm>
          <a:prstGeom prst="ellipse">
            <a:avLst/>
          </a:prstGeom>
          <a:solidFill>
            <a:srgbClr val="1C7293">
              <a:alpha val="45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881360" y="5577840"/>
            <a:ext cx="914400" cy="914400"/>
          </a:xfrm>
          <a:prstGeom prst="ellipse">
            <a:avLst/>
          </a:prstGeom>
          <a:solidFill>
            <a:srgbClr val="02C39A">
              <a:alpha val="70000"/>
            </a:srgbClr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51206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 chequeos automatizados · todos en verde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problema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consume server2 por su nombre de Service. Queremos mover server2 a EKS.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66928" cy="566928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8288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508760" y="180136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 tocar el código ni la URL del consumidor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508760" y="2130552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Mismo host, misma IP, mismo puerto, mismo protocolo. La app no se entera de la migración.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40080" y="3063240"/>
            <a:ext cx="566928" cy="56692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30632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508760" y="303580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 el salto entre clusters autenticado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1508760" y="3364992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IdP y sin dependencia de red permanente entre los dos lados: clave preacordada, asimétrica.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40080" y="4297680"/>
            <a:ext cx="566928" cy="56692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42976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508760" y="42702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Migración progresiva y reversible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1508760" y="4599432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Nada de big-bang con ventana. Rollback en segundos, en cualquier punto del camino.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640080" y="5532120"/>
            <a:ext cx="10881360" cy="685800"/>
          </a:xfrm>
          <a:prstGeom prst="roundRect">
            <a:avLst>
              <a:gd name="adj" fmla="val 10667"/>
            </a:avLst>
          </a:prstGeom>
          <a:solidFill>
            <a:srgbClr val="F2F6F9"/>
          </a:solidFill>
          <a:ln w="12700">
            <a:solidFill>
              <a:srgbClr val="D6E0E8"/>
            </a:solidFill>
            <a:prstDash val="solid"/>
          </a:ln>
          <a:effectLst>
            <a:outerShdw sx="100000" sy="100000" kx="0" ky="0" algn="bl" rotWithShape="0" blurRad="101600" dist="25400" dir="5400000">
              <a:srgbClr val="8899AA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14400" y="5623560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restricción que ordena todo el diseño: el consumidor no se modifica. Todo lo demás se acomoda a eso.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idea: tres piezas, ninguna nueva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783080"/>
            <a:ext cx="3429000" cy="393192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12700">
            <a:solidFill>
              <a:srgbClr val="D6E0E8"/>
            </a:solidFill>
            <a:prstDash val="solid"/>
          </a:ln>
          <a:effectLst>
            <a:outerShdw sx="100000" sy="100000" kx="0" ky="0" algn="bl" rotWithShape="0" blurRad="101600" dist="25400" dir="5400000">
              <a:srgbClr val="8899AA">
                <a:alpha val="1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914400" y="2057400"/>
            <a:ext cx="457200" cy="45720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14400" y="2697480"/>
            <a:ext cx="2880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500"/>
              </a:lnSpc>
              <a:buNone/>
            </a:pPr>
            <a:r>
              <a:rPr lang="en-US" sz="21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Interceptar</a:t>
            </a:r>
            <a:endParaRPr lang="en-US" sz="2100" dirty="0"/>
          </a:p>
          <a:p>
            <a:pPr indent="0" marL="0">
              <a:lnSpc>
                <a:spcPts val="2500"/>
              </a:lnSpc>
              <a:buNone/>
            </a:pPr>
            <a:r>
              <a:rPr lang="en-US" sz="21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selector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914400" y="3611880"/>
            <a:ext cx="28803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Service server2 se le cambia el selector: sus endpoints pasan a ser los pods de un gateway de egreso.</a:t>
            </a:r>
            <a:endParaRPr lang="en-US" sz="1350" dirty="0"/>
          </a:p>
          <a:p>
            <a:pPr indent="0" marL="0">
              <a:lnSpc>
                <a:spcPts val="1900"/>
              </a:lnSpc>
              <a:buNone/>
            </a:pPr>
            <a:endParaRPr lang="en-US" sz="13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Misma ClusterIP, mismo nombre. No se recrea nada.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343400" y="1783080"/>
            <a:ext cx="3429000" cy="393192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12700">
            <a:solidFill>
              <a:srgbClr val="D6E0E8"/>
            </a:solidFill>
            <a:prstDash val="solid"/>
          </a:ln>
          <a:effectLst>
            <a:outerShdw sx="100000" sy="100000" kx="0" ky="0" algn="bl" rotWithShape="0" blurRad="101600" dist="25400" dir="5400000">
              <a:srgbClr val="8899AA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17720" y="2057400"/>
            <a:ext cx="457200" cy="45720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1772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617720" y="2697480"/>
            <a:ext cx="2880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500"/>
              </a:lnSpc>
              <a:buNone/>
            </a:pPr>
            <a:r>
              <a:rPr lang="en-US" sz="21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Firmar</a:t>
            </a:r>
            <a:endParaRPr lang="en-US" sz="2100" dirty="0"/>
          </a:p>
          <a:p>
            <a:pPr indent="0" marL="0">
              <a:lnSpc>
                <a:spcPts val="2500"/>
              </a:lnSpc>
              <a:buNone/>
            </a:pPr>
            <a:r>
              <a:rPr lang="en-US" sz="21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 la salida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4617720" y="3611880"/>
            <a:ext cx="28803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gateway emite un JWT de 300 s firmado con una clave que vive sólo en el origen, y lo inyecta en un header.</a:t>
            </a:r>
            <a:endParaRPr lang="en-US" sz="1350" dirty="0"/>
          </a:p>
          <a:p>
            <a:pPr indent="0" marL="0">
              <a:lnSpc>
                <a:spcPts val="1900"/>
              </a:lnSpc>
              <a:buNone/>
            </a:pPr>
            <a:endParaRPr lang="en-US" sz="13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destino sólo va la clave pública.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8046720" y="1783080"/>
            <a:ext cx="3429000" cy="393192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12700">
            <a:solidFill>
              <a:srgbClr val="D6E0E8"/>
            </a:solidFill>
            <a:prstDash val="solid"/>
          </a:ln>
          <a:effectLst>
            <a:outerShdw sx="100000" sy="100000" kx="0" ky="0" algn="bl" rotWithShape="0" blurRad="101600" dist="25400" dir="5400000">
              <a:srgbClr val="8899AA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321040" y="2057400"/>
            <a:ext cx="457200" cy="45720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2104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8321040" y="2697480"/>
            <a:ext cx="2880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500"/>
              </a:lnSpc>
              <a:buNone/>
            </a:pPr>
            <a:r>
              <a:rPr lang="en-US" sz="21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Repartir</a:t>
            </a:r>
            <a:endParaRPr lang="en-US" sz="2100" dirty="0"/>
          </a:p>
          <a:p>
            <a:pPr indent="0" marL="0">
              <a:lnSpc>
                <a:spcPts val="2500"/>
              </a:lnSpc>
              <a:buNone/>
            </a:pPr>
            <a:r>
              <a:rPr lang="en-US" sz="21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peso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8321040" y="3611880"/>
            <a:ext cx="28803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el Service ya interceptado, el reparto local/remoto se controla desde el HTTPRoute.</a:t>
            </a:r>
            <a:endParaRPr lang="en-US" sz="1350" dirty="0"/>
          </a:p>
          <a:p>
            <a:pPr indent="0" marL="0">
              <a:lnSpc>
                <a:spcPts val="1900"/>
              </a:lnSpc>
              <a:buNone/>
            </a:pPr>
            <a:endParaRPr lang="en-US" sz="13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Service no se vuelve a tocar.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40080" y="59436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rollback del cutover es el mismo patch al revés: aproximadamente un segundo, sin arranque en frío.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camino de un request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consumidor sigue llamando al mismo nombre de Service.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1371600" cy="685800"/>
          </a:xfrm>
          <a:prstGeom prst="roundRect">
            <a:avLst>
              <a:gd name="adj" fmla="val 13333"/>
            </a:avLst>
          </a:prstGeom>
          <a:solidFill>
            <a:srgbClr val="5A6B7B"/>
          </a:solidFill>
          <a:ln w="12700">
            <a:solidFill>
              <a:srgbClr val="5A6B7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2103120"/>
            <a:ext cx="12252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057400" y="2450592"/>
            <a:ext cx="457200" cy="0"/>
          </a:xfrm>
          <a:prstGeom prst="line">
            <a:avLst/>
          </a:prstGeom>
          <a:noFill/>
          <a:ln w="25400">
            <a:solidFill>
              <a:srgbClr val="5A6B7B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2560320" y="2103120"/>
            <a:ext cx="1554480" cy="685800"/>
          </a:xfrm>
          <a:prstGeom prst="roundRect">
            <a:avLst>
              <a:gd name="adj" fmla="val 13333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633472" y="2103120"/>
            <a:ext cx="14081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Envoy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160520" y="2450592"/>
            <a:ext cx="457200" cy="0"/>
          </a:xfrm>
          <a:prstGeom prst="line">
            <a:avLst/>
          </a:prstGeom>
          <a:noFill/>
          <a:ln w="25400">
            <a:solidFill>
              <a:srgbClr val="5A6B7B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4663440" y="2103120"/>
            <a:ext cx="1371600" cy="685800"/>
          </a:xfrm>
          <a:prstGeom prst="roundRect">
            <a:avLst>
              <a:gd name="adj" fmla="val 13333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36592" y="2103120"/>
            <a:ext cx="12252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080760" y="2450592"/>
            <a:ext cx="457200" cy="0"/>
          </a:xfrm>
          <a:prstGeom prst="line">
            <a:avLst/>
          </a:prstGeom>
          <a:noFill/>
          <a:ln w="25400">
            <a:solidFill>
              <a:srgbClr val="5A6B7B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6583680" y="1965960"/>
            <a:ext cx="1920240" cy="960120"/>
          </a:xfrm>
          <a:prstGeom prst="roundRect">
            <a:avLst>
              <a:gd name="adj" fmla="val 9524"/>
            </a:avLst>
          </a:prstGeom>
          <a:solidFill>
            <a:srgbClr val="D98324"/>
          </a:solidFill>
          <a:ln w="12700">
            <a:solidFill>
              <a:srgbClr val="D9832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56832" y="1965960"/>
            <a:ext cx="177393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server2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selector cambiado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543800" y="2971800"/>
            <a:ext cx="0" cy="502920"/>
          </a:xfrm>
          <a:prstGeom prst="line">
            <a:avLst/>
          </a:prstGeom>
          <a:noFill/>
          <a:ln w="25400">
            <a:solidFill>
              <a:srgbClr val="5A6B7B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309360" y="3520440"/>
            <a:ext cx="2468880" cy="822960"/>
          </a:xfrm>
          <a:prstGeom prst="roundRect">
            <a:avLst>
              <a:gd name="adj" fmla="val 11111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82512" y="3520440"/>
            <a:ext cx="23225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 de egreso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firma el JWT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675120" y="4389120"/>
            <a:ext cx="-1463040" cy="685800"/>
          </a:xfrm>
          <a:prstGeom prst="line">
            <a:avLst/>
          </a:prstGeom>
          <a:noFill/>
          <a:ln w="25400">
            <a:solidFill>
              <a:srgbClr val="5A6B7B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8458200" y="4434840"/>
            <a:ext cx="731520" cy="621792"/>
          </a:xfrm>
          <a:prstGeom prst="line">
            <a:avLst/>
          </a:prstGeom>
          <a:noFill/>
          <a:ln w="25400">
            <a:solidFill>
              <a:srgbClr val="5A6B7B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4206240" y="5074920"/>
            <a:ext cx="2011680" cy="731520"/>
          </a:xfrm>
          <a:prstGeom prst="roundRect">
            <a:avLst>
              <a:gd name="adj" fmla="val 12500"/>
            </a:avLst>
          </a:prstGeom>
          <a:solidFill>
            <a:srgbClr val="5A6B7B"/>
          </a:solidFill>
          <a:ln w="12700">
            <a:solidFill>
              <a:srgbClr val="5A6B7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279392" y="5074920"/>
            <a:ext cx="18653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server2 local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9235440" y="5074920"/>
            <a:ext cx="2286000" cy="731520"/>
          </a:xfrm>
          <a:prstGeom prst="roundRect">
            <a:avLst>
              <a:gd name="adj" fmla="val 12500"/>
            </a:avLst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308592" y="5074920"/>
            <a:ext cx="21396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destino: valida firma y claims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120640" y="45720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peso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949440" y="47731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peso, con TLS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40080" y="629107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7F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Host interno viaja sin reescribir; el SNI hacia el destino lo fija el DestinationRule.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Qué quedó demostrado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Batería run-escenarios.sh, última corrida del 2026-08-05.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088136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6E0E8"/>
            </a:solidFill>
            <a:prstDash val="solid"/>
          </a:ln>
          <a:effectLst>
            <a:outerShdw sx="100000" sy="100000" kx="0" ky="0" algn="bl" rotWithShape="0" blurRad="101600" dist="25400" dir="5400000">
              <a:srgbClr val="8899AA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691640"/>
            <a:ext cx="640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E0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554480" y="1691640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Entorno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429000" y="1691640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punto de partida es el que la PoC asume, incluido el assert anti-loop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0698480" y="1691640"/>
            <a:ext cx="594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2450592"/>
            <a:ext cx="1088136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6E0E8"/>
            </a:solidFill>
            <a:prstDash val="solid"/>
          </a:ln>
          <a:effectLst>
            <a:outerShdw sx="100000" sy="100000" kx="0" ky="0" algn="bl" rotWithShape="0" blurRad="101600" dist="25400" dir="5400000">
              <a:srgbClr val="8899AA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68680" y="2450592"/>
            <a:ext cx="640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E1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554480" y="2450592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Camino local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429000" y="2450592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tráfico atraviesa el Envoy, el Host no se reescribe, el token se emite con sus 5 claims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10698480" y="2450592"/>
            <a:ext cx="594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40080" y="3209544"/>
            <a:ext cx="1088136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6E0E8"/>
            </a:solidFill>
            <a:prstDash val="solid"/>
          </a:ln>
          <a:effectLst>
            <a:outerShdw sx="100000" sy="100000" kx="0" ky="0" algn="bl" rotWithShape="0" blurRad="101600" dist="25400" dir="5400000">
              <a:srgbClr val="8899AA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68680" y="3209544"/>
            <a:ext cx="640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E2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554480" y="3209544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Destino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429000" y="3209544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 la firma contra el JWKS pineado; rechaza sin token, con firma alterada y con basura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10698480" y="3209544"/>
            <a:ext cx="594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40080" y="3968496"/>
            <a:ext cx="1088136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6E0E8"/>
            </a:solidFill>
            <a:prstDash val="solid"/>
          </a:ln>
          <a:effectLst>
            <a:outerShdw sx="100000" sy="100000" kx="0" ky="0" algn="bl" rotWithShape="0" blurRad="101600" dist="25400" dir="5400000">
              <a:srgbClr val="8899AA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68680" y="3968496"/>
            <a:ext cx="640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E3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1554480" y="3968496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Canary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3429000" y="3968496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tráfico marcado va al destino y el destino lo autoriza; el resto ni se entera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10698480" y="3968496"/>
            <a:ext cx="594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40080" y="4727448"/>
            <a:ext cx="1088136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6E0E8"/>
            </a:solidFill>
            <a:prstDash val="solid"/>
          </a:ln>
          <a:effectLst>
            <a:outerShdw sx="100000" sy="100000" kx="0" ky="0" algn="bl" rotWithShape="0" blurRad="101600" dist="25400" dir="5400000">
              <a:srgbClr val="8899AA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868680" y="4727448"/>
            <a:ext cx="640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E4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1554480" y="4727448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Pesos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3429000" y="4727448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reparto 75/25 sobre un backendRef kind: Hostname → 71/29 medido, cero errores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10698480" y="4727448"/>
            <a:ext cx="594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40080" y="629107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7F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 chequeos. El único que falló resultó ser un defecto del propio test — ver hallazgo H13.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Los números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Latencia del salto interno, medida desde el bastión.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40080" y="1920240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5A6B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10,4 ms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640080" y="278892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</a:t>
            </a:r>
            <a:endParaRPr lang="en-US" sz="1300" dirty="0"/>
          </a:p>
          <a:p>
            <a:pPr algn="ctr"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intercepción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480560" y="1920240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 ms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4480560" y="278892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el Envoy</a:t>
            </a:r>
            <a:endParaRPr lang="en-US" sz="1300" dirty="0"/>
          </a:p>
          <a:p>
            <a:pPr algn="ctr"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egreso en el medio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321040" y="1920240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 ms</a:t>
            </a:r>
            <a:endParaRPr lang="en-US" sz="5400" dirty="0"/>
          </a:p>
        </p:txBody>
      </p:sp>
      <p:sp>
        <p:nvSpPr>
          <p:cNvPr id="9" name="Text 7"/>
          <p:cNvSpPr/>
          <p:nvPr/>
        </p:nvSpPr>
        <p:spPr>
          <a:xfrm>
            <a:off x="8321040" y="278892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Authorino</a:t>
            </a:r>
            <a:endParaRPr lang="en-US" sz="1300" dirty="0"/>
          </a:p>
          <a:p>
            <a:pPr algn="ctr"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firmando cada request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4114800"/>
            <a:ext cx="525780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D6E0E8"/>
            </a:solidFill>
            <a:prstDash val="solid"/>
          </a:ln>
          <a:effectLst>
            <a:outerShdw sx="100000" sy="100000" kx="0" ky="0" algn="bl" rotWithShape="0" blurRad="101600" dist="25400" dir="5400000">
              <a:srgbClr val="8899AA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960120" y="4343400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ClusterIP nunca cambió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60120" y="4754880"/>
            <a:ext cx="4617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172.30.169.54 antes y después del cutover. Los pods de server2 nunca se detuvieron: la migración no tiene ventana.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263640" y="4114800"/>
            <a:ext cx="525780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D6E0E8"/>
            </a:solidFill>
            <a:prstDash val="solid"/>
          </a:ln>
          <a:effectLst>
            <a:outerShdw sx="100000" sy="100000" kx="0" ky="0" algn="bl" rotWithShape="0" blurRad="101600" dist="25400" dir="5400000">
              <a:srgbClr val="8899AA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583680" y="4343400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señal que no miente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583680" y="4754880"/>
            <a:ext cx="4617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IP de origen que ve el backend pasa de la del pod consumidor a la del gateway. Es la prueba directa de que la intercepción tomó efecto, sin instrumentar nada.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83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HALLAZGO H9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881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en-US" sz="3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Authorino no valida su propio wristband</a:t>
            </a:r>
            <a:endParaRPr lang="en-US" sz="3100" dirty="0"/>
          </a:p>
          <a:p>
            <a:pPr indent="0" marL="0">
              <a:lnSpc>
                <a:spcPts val="3800"/>
              </a:lnSpc>
              <a:buNone/>
            </a:pPr>
            <a:r>
              <a:rPr lang="en-US" sz="3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 la configuración obvia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40080" y="2514600"/>
            <a:ext cx="5257800" cy="1554480"/>
          </a:xfrm>
          <a:prstGeom prst="roundRect">
            <a:avLst>
              <a:gd name="adj" fmla="val 4706"/>
            </a:avLst>
          </a:prstGeom>
          <a:solidFill>
            <a:srgbClr val="2E3872"/>
          </a:solidFill>
          <a:ln w="12700">
            <a:solidFill>
              <a:srgbClr val="D6E0E8"/>
            </a:solidFill>
            <a:prstDash val="solid"/>
          </a:ln>
          <a:effectLst>
            <a:outerShdw sx="100000" sy="100000" kx="0" ky="0" algn="bl" rotWithShape="0" blurRad="101600" dist="25400" dir="5400000">
              <a:srgbClr val="8899AA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269748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verificador acepta sólo RS256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3108960"/>
            <a:ext cx="4709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C6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el diseño original en EC, el destino rechaza el 100 % de los tokens.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63640" y="2514600"/>
            <a:ext cx="5257800" cy="1554480"/>
          </a:xfrm>
          <a:prstGeom prst="roundRect">
            <a:avLst>
              <a:gd name="adj" fmla="val 4706"/>
            </a:avLst>
          </a:prstGeom>
          <a:solidFill>
            <a:srgbClr val="2E3872"/>
          </a:solidFill>
          <a:ln w="12700">
            <a:solidFill>
              <a:srgbClr val="D6E0E8"/>
            </a:solidFill>
            <a:prstDash val="solid"/>
          </a:ln>
          <a:effectLst>
            <a:outerShdw sx="100000" sy="100000" kx="0" ky="0" algn="bl" rotWithShape="0" blurRad="101600" dist="25400" dir="5400000">
              <a:srgbClr val="8899AA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37960" y="269748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firmador lee la clave sólo en PKCS#1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537960" y="3108960"/>
            <a:ext cx="4709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C6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es el formato que openssl no emite por default desde la versión 3.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4343400"/>
            <a:ext cx="10881360" cy="960120"/>
          </a:xfrm>
          <a:prstGeom prst="roundRect">
            <a:avLst>
              <a:gd name="adj" fmla="val 7619"/>
            </a:avLst>
          </a:prstGeom>
          <a:solidFill>
            <a:srgbClr val="D98324"/>
          </a:solidFill>
          <a:ln w="12700">
            <a:solidFill>
              <a:srgbClr val="D9832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4343400"/>
            <a:ext cx="10241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A1A0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única combinación que cierra el lazo firma y validación es RSA 2048 en PKCS#1.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40080" y="54864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BFD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 igual al destino real: EKS validando con Kuadrant habría fallado exactamente así, y el síntoma habría aparecido recién con los dos clusters montados y la red abierta. La Opción B del ADR es viable, pero no como está documentada hoy.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Dos hallazgos más que cambian decisiones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737360"/>
            <a:ext cx="1088136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6E0E8"/>
            </a:solidFill>
            <a:prstDash val="solid"/>
          </a:ln>
          <a:effectLst>
            <a:outerShdw sx="100000" sy="100000" kx="0" ky="0" algn="bl" rotWithShape="0" blurRad="101600" dist="25400" dir="5400000">
              <a:srgbClr val="8899AA">
                <a:alpha val="1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960120" y="2057400"/>
            <a:ext cx="502920" cy="502920"/>
          </a:xfrm>
          <a:prstGeom prst="ellipse">
            <a:avLst/>
          </a:prstGeom>
          <a:solidFill>
            <a:srgbClr val="B03A2E"/>
          </a:solidFill>
          <a:ln w="12700">
            <a:solidFill>
              <a:srgbClr val="B03A2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2057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691640" y="1965960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política de egreso es un punto único de falla del camino de la app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691640" y="2423160"/>
            <a:ext cx="9509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clave que Authorino no puede parsear deja su configuración sin reconciliar, la autorización externa falla cerrado y el consumidor deja de responder — aunque el destino no tenga nada que ver. Por eso el cutover va en dos pasos: primero el selector, después la política.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40080" y="3703320"/>
            <a:ext cx="1088136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6E0E8"/>
            </a:solidFill>
            <a:prstDash val="solid"/>
          </a:ln>
          <a:effectLst>
            <a:outerShdw sx="100000" sy="100000" kx="0" ky="0" algn="bl" rotWithShape="0" blurRad="101600" dist="25400" dir="5400000">
              <a:srgbClr val="8899AA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960120" y="4023360"/>
            <a:ext cx="502920" cy="50292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4023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691640" y="3931920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x-request-id no sirve para correlacionar entre clusters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1691640" y="4389120"/>
            <a:ext cx="9509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gateway de egreso lo regenera. Un log del origen y uno del destino no se van a poder unir por ese id. Se resuelve con traceparent o con un EnvoyFilter — y conviene decidirlo antes de que existan dos clusters.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640080" y="5486400"/>
            <a:ext cx="10881360" cy="777240"/>
          </a:xfrm>
          <a:prstGeom prst="roundRect">
            <a:avLst>
              <a:gd name="adj" fmla="val 9412"/>
            </a:avLst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0120" y="548640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los problemas daban verde en algún lado. Ningún objeto en rojo, ningún error visible.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Qué NO se probó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Verde significa que la mecánica funciona. No significa nada de esto.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25780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6E0E8"/>
            </a:solidFill>
            <a:prstDash val="solid"/>
          </a:ln>
          <a:effectLst>
            <a:outerShdw sx="100000" sy="100000" kx="0" ky="0" algn="bl" rotWithShape="0" blurRad="101600" dist="25400" dir="5400000">
              <a:srgbClr val="8899AA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2029968"/>
            <a:ext cx="4709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tramo contra el destino real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14400" y="2487168"/>
            <a:ext cx="4709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cluster destino está alcanzable y su política enforceando, pero la clave pública que tiene pineada quedó de una versión anterior y todavía rechaza los tokens. Falta sincronizarla; del lado origen no cambia nada.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263640" y="1828800"/>
            <a:ext cx="525780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6E0E8"/>
            </a:solidFill>
            <a:prstDash val="solid"/>
          </a:ln>
          <a:effectLst>
            <a:outerShdw sx="100000" sy="100000" kx="0" ky="0" algn="bl" rotWithShape="0" blurRad="101600" dist="25400" dir="5400000">
              <a:srgbClr val="8899AA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37960" y="2029968"/>
            <a:ext cx="4709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RTT y skew de reloj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537960" y="2487168"/>
            <a:ext cx="4709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token nace y muere bajo el mismo reloj. El modo de falla del vencimiento entre clusters queda intacto.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40080" y="3886200"/>
            <a:ext cx="525780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6E0E8"/>
            </a:solidFill>
            <a:prstDash val="solid"/>
          </a:ln>
          <a:effectLst>
            <a:outerShdw sx="100000" sy="100000" kx="0" ky="0" algn="bl" rotWithShape="0" blurRad="101600" dist="25400" dir="5400000">
              <a:srgbClr val="8899AA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914400" y="4087368"/>
            <a:ext cx="4709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Capacidad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914400" y="4544568"/>
            <a:ext cx="4709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Ninguna prueba de carga. El gateway pasa a estar en el camino crítico de la aplicación.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263640" y="3886200"/>
            <a:ext cx="525780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6E0E8"/>
            </a:solidFill>
            <a:prstDash val="solid"/>
          </a:ln>
          <a:effectLst>
            <a:outerShdw sx="100000" sy="100000" kx="0" ky="0" algn="bl" rotWithShape="0" blurRad="101600" dist="25400" dir="5400000">
              <a:srgbClr val="8899AA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537960" y="4087368"/>
            <a:ext cx="4709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Clientes con pool de conexiones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537960" y="4544568"/>
            <a:ext cx="4709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cliente de prueba abre una conexión por request, así que el cutover se ve instantáneo. Un cliente real con pool persistente va a tener una cola que esto no muestra.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40080" y="629107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7F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destino se validó con un stand-in local que conserva el FQDN real y sólo le fija los endpoints.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Qué falta para producción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orden de peso.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02920" cy="502920"/>
          </a:xfrm>
          <a:prstGeom prst="ellipse">
            <a:avLst/>
          </a:prstGeom>
          <a:solidFill>
            <a:srgbClr val="B03A2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417320" y="1783080"/>
            <a:ext cx="10149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Identidad real del llamador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17320" y="2167128"/>
            <a:ext cx="10149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Hoy el gateway autentica como anónimo y el control es la NetworkPolicy. Lo correcto es mTLS de la malla, con el principal en el token y el destino autorizando por él.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2944368"/>
            <a:ext cx="502920" cy="502920"/>
          </a:xfrm>
          <a:prstGeom prst="ellipse">
            <a:avLst/>
          </a:prstGeom>
          <a:solidFill>
            <a:srgbClr val="D9832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9443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417320" y="2898648"/>
            <a:ext cx="10149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Multi-tenancy de la clave de firma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417320" y="3282696"/>
            <a:ext cx="10149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Kuadrant obliga a que viva en un namespace de plataforma, no del equipo de la app. Limitación abierta: sin resolverla, el patrón no es multi-tenant.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4059936"/>
            <a:ext cx="502920" cy="502920"/>
          </a:xfrm>
          <a:prstGeom prst="ellipse">
            <a:avLst/>
          </a:prstGeom>
          <a:solidFill>
            <a:srgbClr val="D9832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405993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417320" y="4014216"/>
            <a:ext cx="10149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Subdominio privado y tráfico east-west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417320" y="4398264"/>
            <a:ext cx="10149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Hoy el salto usa la zona de publicación de aplicaciones, con nombres de laboratorio. Hace falta una zona interna dedicada al tráfico entre clusters: convención de nombres, emisión de certificados y resolución desde CoreDNS.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0080" y="5175504"/>
            <a:ext cx="502920" cy="50292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517550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417320" y="5129784"/>
            <a:ext cx="10149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Rotación, audiencia desacoplada y observabilidad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417320" y="5513832"/>
            <a:ext cx="10149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Hoy la audiencia del token ES el FQDN, así que renombrar el dominio rompe el contrato. Va junto con el punto 3. Más rotación sin ventana y métricas por backend.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9202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PRÓXIMOS PASOS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2331720"/>
            <a:ext cx="10424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que sigue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640080" y="406908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BFD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Sincronizar la clave pública en el cluster destino</a:t>
            </a: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BFD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Enmendar el ADR con el hallazgo de algoritmos</a:t>
            </a: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BFD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Definir la correlación de trazas antes de tener dos clusters</a:t>
            </a: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BFD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Resolver la identidad del llamador y la clave multi-tenant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0149840" y="5029200"/>
            <a:ext cx="1463040" cy="1463040"/>
          </a:xfrm>
          <a:prstGeom prst="ellipse">
            <a:avLst/>
          </a:prstGeom>
          <a:solidFill>
            <a:srgbClr val="1C7293">
              <a:alpha val="45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881360" y="5577840"/>
            <a:ext cx="914400" cy="914400"/>
          </a:xfrm>
          <a:prstGeom prst="ellipse">
            <a:avLst/>
          </a:prstGeom>
          <a:solidFill>
            <a:srgbClr val="02C39A">
              <a:alpha val="70000"/>
            </a:srgbClr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5943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Detalle: RESUMEN.md · HALLAZGOS.md · pedido-jwks-eks.md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PoC egreso Kuadrant — técnica</dc:title>
  <dc:subject>PptxGenJS Presentation</dc:subject>
  <dc:creator>Plataforma</dc:creator>
  <cp:lastModifiedBy>Plataforma</cp:lastModifiedBy>
  <cp:revision>1</cp:revision>
  <dcterms:created xsi:type="dcterms:W3CDTF">2026-08-05T03:29:21Z</dcterms:created>
  <dcterms:modified xsi:type="dcterms:W3CDTF">2026-08-05T03:29:21Z</dcterms:modified>
</cp:coreProperties>
</file>