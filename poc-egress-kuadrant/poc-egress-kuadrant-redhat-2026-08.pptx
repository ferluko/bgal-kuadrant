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 for Red Hat LATAM following their request for the CL/Kuadrant design doc and the Authorino limitations found. Six items need a BU answer; walk through each with its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· OCP 4.20 / RHCL 1.3 · AUGUST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cross-cluster egress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Kuadrant / RHCL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 service to another cluster without touching its consumers, with the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cross-cluster hop authenticated. Design review request for the Kuadrant BU.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149840" y="5029200"/>
            <a:ext cx="1463040" cy="146304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577840"/>
            <a:ext cx="914400" cy="9144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automated checks green  ·  measured end to end against the real EKS destination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calls a backend by its Service name. We need to move that backend to EKS.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44752" y="17556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change to the consumer's code or URL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44752" y="20756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host, same IP, same port, same protocol. The application does not know the migration happened.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44752" y="2944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cross-cluster hop must be authenticated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44752" y="32644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IdP, no dependency on permanent connectivity between the two sides: pre-agreed, asymmetric key material.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30352" cy="5303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60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44752" y="41330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Progressive, reversible migration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44752" y="44531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big-bang cutover with a maintenance window. Rollback in seconds, at any point in the path.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2F6F9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that shapes the whole design: the consumer is never modified. Everything else adapts to that.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design: three pieces, none of them new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Kuadrant's own egress-gateway-for-AI-workloads pattern.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selector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Service is not recreated: its selector is repointed to the pods of an egress Gateway.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ClusterIP, same name. Nothing is rebuilt.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116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way out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issues a 300s JWT signed with a key that lives only in the source cluster, and injects it into a header.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public key goes to the destination.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116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6517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weight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Service is intercepted, local/remote distribution is controlled from the HTTPRoute.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is never touched again.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of the cutover is the same patch in reverse: about one second, no cold start.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of a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keeps calling the same Service name throughout.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1168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57400" y="2359152"/>
            <a:ext cx="45720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201168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201168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2359152"/>
            <a:ext cx="45720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201168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01168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359152"/>
            <a:ext cx="45720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0" y="187452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874520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repointed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2834640"/>
            <a:ext cx="0" cy="50292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33832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38328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AuthPolicy signs the JWT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4251960"/>
            <a:ext cx="-1554480" cy="68580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4297680"/>
            <a:ext cx="777240" cy="621792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0" y="493776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493776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local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0" y="493776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49377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EKS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signature + claims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434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4645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over TLS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Host header is never rewritten; the SNI to the destination is set independently by the DestinationRule. OCP 4.20 · RHCL 1.3.0 · Gateway API v1.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validated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37-scenario automated suite, source-cluster mechanics — last green run 2026-08-05.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0440" y="164592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state matches PoC assumptions, including the anti-loop assertion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98480" y="16459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3774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crosses the egress Envoy, Host is not rewritten, wristband carries its 5 claims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98480" y="237744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10896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1089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310896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validated against the pinned JWKS; rejects no-token, tampered, and garbage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0" y="310896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84048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8404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84048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header-tagged traffic reaches and is authorized at the destination; the rest is unaffected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98480" y="384048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57200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5720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split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457200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75/25 weight over a backendRef kind: Hostname → 71/29 measured, zero errors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0" y="457200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scenario that appeared to fail turned out to be a bug in the negative test itself, not in the product.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against the real EKS destination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2026-08-06 · client: repeated requests from a bastion pod through the full path.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 ms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latency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destination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2044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266+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52044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 sustained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 ms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added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pattern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8116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28116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cx_connect_fail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3800+ requests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977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tuning step was required to get these numbers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43708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Envoy connectionPool, at ~170 ms real RTT, connections churned on every request: 503s, p99 at 3×RTT. Invisible against a zero-RTT local stand-in — only the real destination exposed it. This is an Istio DestinationRule concern, not a Kuadrant one; included for completeness of the measured numbers.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6F9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52120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exercised: negative tests (b)-(d) against the real destination, clock skew near token expiry, capacity beyond the measurement method's own ceiling, and clients with a persistent connection pool.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BU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findings, each classified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each with one concrete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LIMITATION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86200" y="2761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today — we want to know if there's a roadmap.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947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/ DOCS GAP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86200" y="37216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Achievable, but the path isn't discoverable or the error message misdirects.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54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DECISION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86200" y="4681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only where it matters — not a request to the BU.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turned out to be our own test-harness or environment mistakes are left out — no BU answer needed there.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LIMITATION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signing key cannot live</a:t>
            </a:r>
            <a:endParaRPr lang="en-US" sz="29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consumer's namespace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E3872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788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Operational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AuthPolicy is translated into an AuthConfig in kuadrant-system, regardless of its own namespace. signingKeyRefs has no namespace field. Every consumer's key ends up in a platform namespace.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606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E3872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788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Authorization — the serious 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315468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signingKeyRefs references a key by name only, inside a namespace shared by every AuthPolicy in the cluster. Nothing we found stops one team's AuthPolicy from referencing another team's key.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Question: can Kuadrant create the AuthConfig in the AuthPolicy's own namespace — today, or on the roadmap?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internally as OQ-11. Without a fix, this pattern stays valid for a single platform-owned consumer, not as multi-team self-service.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LIMITATION + DOCS GAP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Authorino can't validate its own wristband</a:t>
            </a:r>
            <a:endParaRPr lang="en-US" sz="27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configuration the docs point you 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2E3872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743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2a — the verifier only accepts RS256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wristband signer supports ES256, but Authorino's own jwt verifier is hard-pinned to RS256. With EC keys, 100% of tokens are rejected — silently, as a bare 401.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5603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2E3872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743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2b — the signer only reads PKCS#1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31546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emits PKCS#8 by default since 3.x. A PKCS#8 key fails with "invalid signing key algorithm" — a misleading message; the algorithm is fine, the encoding isn't.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4348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A1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RSA 2048 in PKCS#1 closes the loop. Worse: 2b breaks the egress-side AuthConfig, not just destination validation — it takes the whole consumer path down.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is broader verifier algorithm support (ES256) on a roadmap? Is PKCS#8 support planned, or can the error message at least name the real problem?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more usability / documentation gaps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achievable today; each cost us real debugging time finding the actual cause.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128016" cy="914400"/>
          </a:xfrm>
          <a:prstGeom prst="round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misconfigured egress AuthPolicy is a silent, total SPOF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226771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AuthConfig fails ext_authz closed with nothing in the request path pointing at the policy as the cause. Q: is there a supported way to alert on AuthConfig reconciliation failures before they become outages?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447288"/>
            <a:ext cx="128016" cy="914400"/>
          </a:xfrm>
          <a:prstGeom prst="roundRect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AuthPolicy status doesn't name the real blocking object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37764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"AuthPolicy is not in the path to any existing routes" sent us to the JWKS server first; the actual cause was a missing Gateway certificate, 3 objects upstream. Q: can Enforced reference the specific HTTPRoute/Gateway condition it's blocked on?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956048"/>
            <a:ext cx="128016" cy="914400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x-request-id is regenerated at the egress hop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34440" y="5285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edge-proxy default, but not what we expected on an internal, AuthPolicy-attached east-west hop. Q: is there Kuadrant-level guidance for preserving correlation here, short of a raw EnvoyFilter?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openshift-default accepts far fewer customizations than a self-managed Istio Gateway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because it shapes which GatewayClass any future AuthPolicy/RateLimitPolicy attaches 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4a · Product limitation — the customization ceiling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nodeSelector, no hostNetwork, no manual data-plane Deployment, no label/annotation propagation from the Gateway object. Only knob exposed: networking.istio.io/service-type. Working around it required standing up a second, self-managed Istio control plane.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49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4b · Docs gap — silent field pruning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HTTPRoute.spec.rules[].name is silently dropped on apply by this OCP's Gateway API CRD — no warning anywhere. Q: which OCP 4.20.x builds carry the CRD version with this field?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35661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3749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4c · Open — the fallback also hits a wall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41148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self-managed Gateway, TLS cert never reaches Envoy via SDS — "cross namespace secret reference requires ReferenceGrant" even same-namespace. Likely a mesh issue, flagged for context.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ticket doesn't block the egress pattern itself — it blocks the natural next step: ingress-side Gateway API adoption.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of the BU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questions, one per finding — answerable with a yes, a no, or a release number.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glad to walk through any of this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149840" y="5029200"/>
            <a:ext cx="1463040" cy="146304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577840"/>
            <a:ext cx="914400" cy="9144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406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Signing key namespace scoping (OQ-11) — supported today, or roadmapped?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Broader verifier algorithm support (ES256) and/or PKCS#8 — roadmapped?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Recommended way to alert on AuthConfig reconciliation failures?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54406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openshift-default customization ceiling — confirm it's by design?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58064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Can AuthPolicy status reference the real blocking object?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61722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Supported way to preserve x-request-id across an egress hop?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cross-cluster egress with Kuadrant/RHCL — design &amp; limitations</dc:title>
  <dc:subject>PptxGenJS Presentation</dc:subject>
  <dc:creator>Banco Galicia — Platform Engineering</dc:creator>
  <cp:lastModifiedBy>Banco Galicia — Platform Engineering</cp:lastModifiedBy>
  <cp:revision>1</cp:revision>
  <dcterms:created xsi:type="dcterms:W3CDTF">2026-08-12T23:47:06Z</dcterms:created>
  <dcterms:modified xsi:type="dcterms:W3CDTF">2026-08-12T23:47:06Z</dcterms:modified>
</cp:coreProperties>
</file>