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sugerida: 10 minutos. El mensaje central es que la mecánica quedó demostrada y que el bloqueante es de red, no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CONCEPTO · AGOSTO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Mover servicios entre clusters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tocar las aplicaciones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la prueba de concepto, riesgos identificados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hace falta para llevarlo a producción.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9840" y="5029200"/>
            <a:ext cx="1463040" cy="146304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577840"/>
            <a:ext cx="914400" cy="9144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un servicio a otro cluster obliga a coordinar con cada aplicación que lo consume: cambio de configuración, despliegue y ventana de indisponibilidad.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multiplica el costo de cada migración por la cantidad de consumidores.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esta solución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sigue llamando exactamente igual. La plataforma redirige el tráfico por debajo, de a poco, y puede volver atrás en segundos.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deja de necesitar coordinación con las aplicaciones.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5262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el tráfico entre clusters queda autenticado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956048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 que sale hacia el otro cluster lleva una credencial de corta vida, firmada acá y verificada allá. Nadie que no pase por la plataforma puede consumir el servicio migrado.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quedó demostrado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ejecutada de punta a punta en el cluster de laboratorio.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37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verificaciones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automatizadas en verde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seg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8912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indisponibilidad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cambio y en la vuelta atrás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 ms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13816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latencia agregada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tráfico interno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94106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79476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no se modificó: mismo nombre, misma dirección, mismo puerto.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71830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457200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se puede repartir de a poco entre el servicio viejo y el nuevo, y volver atrás en cualquier momento.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49554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534924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destino verifica la credencial y rechaza todo lo que no venga firmado por la plataforma.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identificados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bloquea el diseño; todos tienen dueño y camino de resolución.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562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78308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 no valida su propia credencial con la configuración recomendada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resolvió cambiando el algoritmo de firma. Obliga a enmendar la decisión de arquitectura ya aprobada, porque el mismo problema aparecería en el cluster destino.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535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8803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de seguridad es un punto único de falla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37360" y="32918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configuración en ella deja sin servicio a la aplicación, aunque el destino esté sano. Se mitiga separando el cambio en dos pasos independientes.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5079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507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97764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puede seguir una transacción entre los dos clusters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737360" y="43891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de request se regenera en el salto. Hay que definir el mecanismo de trazas antes de tener el segundo cluster en producción.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48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507492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clave de firma la custodia la plataforma, no el equipo dueño de la aplicación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37360" y="54864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del producto. Sin resolverla, el patrón sirve para un consumidor puntual pero no se puede ofrecer como servicio a varios equipos.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BLOQUEANTE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camino de red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el cluster destino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resuelve y no hay proxy en el medio, pero las conexiones al cluster de AWS no llegan — ni desde los servidores ni desde el bastión. Es un pedido de habilitación a la red corporativa, no un problema de la plataforma.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E3872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Mientras tanto, la prueba se completó contra un destino simulado dentro del mismo cluster.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5029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permitió validar todo salvo la latencia entre clusters y la diferencia de reloj entre ellos. Ambas quedan pendientes de la habilitación de red.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9339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se sostiene: la mecánica está probada y los problemas encontrados tienen solución conocida.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136392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Pedir la habilitación de 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bloqueante para completar la prueba con el cluster real. Sin eso no se puede medir latencia ni programar la migración.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279392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23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Enmendar la decisión de arquitectura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41148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sobre el algoritmo de firma afecta a la opción ya aprobada. Corregirlo ahora evita descubrirlo con los dos clusters montados.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422392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ofrecerlo como servicio todavía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52578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resolver la identidad del consumidor y el aislamiento de la clave entre equipos. Para un primer caso puntual, sirve como está.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egreso Kuadrant — gerencial</dc:title>
  <dc:subject>PptxGenJS Presentation</dc:subject>
  <dc:creator>Plataforma</dc:creator>
  <cp:lastModifiedBy>Plataforma</cp:lastModifiedBy>
  <cp:revision>1</cp:revision>
  <dcterms:created xsi:type="dcterms:W3CDTF">2026-08-05T02:31:56Z</dcterms:created>
  <dcterms:modified xsi:type="dcterms:W3CDTF">2026-08-05T02:31:56Z</dcterms:modified>
</cp:coreProperties>
</file>