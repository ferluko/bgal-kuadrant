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 sugerida: 10 minutos. El mensaje central es que la mecánica quedó demostrada y que el bloqueante es de red, no de diseño.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CONCEPTO · AGOSTO 2026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Mover servicios entre clusters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tocar las aplicaciones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40690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 la prueba de concepto, riesgos identificados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qué hace falta para llevarlo a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149840" y="5029200"/>
            <a:ext cx="1463040" cy="146304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5577840"/>
            <a:ext cx="914400" cy="914400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9659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un servicio a otro cluster obliga a coordinar con cada aplicación que lo consume: cambio de configuración, despliegue y ventana de indisponibilidad.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Eso multiplica el costo de cada migración por la cantidad de consumidores.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263640" y="173736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0" y="19659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esta solución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583680" y="2377440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consumidor sigue llamando exactamente igual. La plataforma redirige el tráfico por debajo, de a poco, y puede volver atrás en segundos.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migración deja de necesitar coordinación con las aplicaciones.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434340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el tráfico entre clusters queda autenticado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05840" y="4956048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llamada que sale hacia el otro cluster lleva una credencial de corta vida, firmada acá y verificada allá. Nadie que no pase por la plataforma puede consumir el servicio migrado.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quedó demostrado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ejecutada de punta a punta en el cluster de laboratorio.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 / 37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verificaciones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automatizadas en verde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0" y="17830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seg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389120" y="2651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indisponibilidad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cambio y en la vuelta atrás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138160" y="17830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 ms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8138160" y="2651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latencia agregada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tráfico interno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941064"/>
            <a:ext cx="365760" cy="3657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8760" y="3794760"/>
            <a:ext cx="9784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consumidor no se modificó: mismo nombre, misma dirección, mismo puerto.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14400" y="4718304"/>
            <a:ext cx="365760" cy="3657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4572000"/>
            <a:ext cx="9784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tráfico se puede repartir de a poco entre el servicio viejo y el nuevo, y volver atrás en cualquier momento.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34924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5495544"/>
            <a:ext cx="365760" cy="3657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08760" y="5349240"/>
            <a:ext cx="9784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destino verifica la credencial y rechaza todo lo que no venga firmado por la plataforma.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identificados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bloquea el diseño; todos tienen dueño y camino de resolución.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56232"/>
            <a:ext cx="868680" cy="384048"/>
          </a:xfrm>
          <a:prstGeom prst="roundRect">
            <a:avLst>
              <a:gd name="adj" fmla="val 14286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5623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737360" y="178308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producto no valida su propia credencial con la configuración recomendada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737360" y="219456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resolvió cambiando el algoritmo de firma. Obliga a enmendar la decisión de arquitectura ya aprobada, porque el mismo problema aparecería en el cluster destino.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953512"/>
            <a:ext cx="868680" cy="384048"/>
          </a:xfrm>
          <a:prstGeom prst="roundRect">
            <a:avLst>
              <a:gd name="adj" fmla="val 14286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9535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37360" y="288036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política de seguridad es un punto único de falla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737360" y="329184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 de configuración en ella deja sin servicio a la aplicación, aunque el destino esté sano. Se mitiga separando el cambio en dos pasos independientes.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050792"/>
            <a:ext cx="868680" cy="384048"/>
          </a:xfrm>
          <a:prstGeom prst="roundRect">
            <a:avLst>
              <a:gd name="adj" fmla="val 14286"/>
            </a:avLst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5079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737360" y="397764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se puede seguir una transacción entre los dos clusters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737360" y="43891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identificador de request se regenera en el salto. Hay que definir el mecanismo de trazas antes de tener el segundo cluster en producción.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148072"/>
            <a:ext cx="868680" cy="384048"/>
          </a:xfrm>
          <a:prstGeom prst="roundRect">
            <a:avLst>
              <a:gd name="adj" fmla="val 14286"/>
            </a:avLst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14807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737360" y="507492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clave de firma la custodia la plataforma, no el equipo dueño de la aplicación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737360" y="548640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Limitación del producto. Sin resolverla, el patrón sirve para un consumidor puntual pero no se puede ofrecer como servicio a varios equipos.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ÚNICO QUE FALTA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Sincronizar una clave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el cluster destino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246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cluster destino ya está desplegado, es alcanzable desde el origen y su control de acceso está activo. Pero la clave pública que tiene cargada quedó de una versión anterior de la prueba, así que todavía rechaza las credenciales que emitimos.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43484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2E3872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46177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un cambio de configuración de minutos, y no depende de nuestro equipo.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5029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prueba se completó contra un destino simulado dentro del mismo cluster, lo que permitió validar todo salvo la latencia entre clusters y la diferencia de reloj entre ellos.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Recomendación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993392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0" y="17373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Continuar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754880" y="182880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diseño se sostiene: la mecánica está probada y los problemas encontrados tienen solución conocida.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880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3136392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28803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Cerrar la prueba con el cluster real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la sincronización de la clave en el destino. Es lo único que falta para medir latencia real y programar la migración.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023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14400" y="4279392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279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40233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Enmendar la decisión de arquitectura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411480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hallazgo sobre el algoritmo de firma afecta a la opción ya aprobada. Corregirlo ahora evita descubrirlo con los dos clusters montados.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4400" y="5422392"/>
            <a:ext cx="457200" cy="457200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54480" y="51663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ofrecerlo como servicio todavía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754880" y="525780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resolver la identidad del consumidor, el aislamiento de la clave entre equipos y el esquema de nombres para el tráfico entre clusters. Para un primer caso puntual, sirve como está.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PoC egreso Kuadrant — gerencial</dc:title>
  <dc:subject>PptxGenJS Presentation</dc:subject>
  <dc:creator>Plataforma</dc:creator>
  <cp:lastModifiedBy>Plataforma</cp:lastModifiedBy>
  <cp:revision>1</cp:revision>
  <dcterms:created xsi:type="dcterms:W3CDTF">2026-08-05T03:29:21Z</dcterms:created>
  <dcterms:modified xsi:type="dcterms:W3CDTF">2026-08-05T03:29:21Z</dcterms:modified>
</cp:coreProperties>
</file>